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2C910-AA37-85BF-71A5-7D4ABECF2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20146D-C596-5D7E-ADE9-C97E41A8C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D489B7-0D3D-0E28-866C-B155393BA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9F74-923F-4DDD-B3BB-28E31A3A43AE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45ACA1-19B4-334B-5159-9246E4FE0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F792DD-6092-B554-A3BF-923DA85C9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CE6C-C4CE-4F07-BE71-3574BDE4C7B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2072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D0FE40-AC8B-73A2-A2E3-AAE33D820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544B2A-BF31-65E5-DE27-CE311CAFA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AC4B94-C765-6167-5305-60D95C604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9F74-923F-4DDD-B3BB-28E31A3A43AE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04D5BD-1603-5591-DD8B-D4B283C3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534F93-95F4-AABF-A821-7E814CB07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CE6C-C4CE-4F07-BE71-3574BDE4C7B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41148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AE7502-1D9A-5902-4177-AD0A2429D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61C60C-4330-18F6-AC72-D1F96CB08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0F0724-C07C-8E60-0ED3-A6C28B87F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9F74-923F-4DDD-B3BB-28E31A3A43AE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452FAF-F1BD-B699-62E1-439AA8F93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F6ACDB-CD51-A903-8E8C-5D6E88AF0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CE6C-C4CE-4F07-BE71-3574BDE4C7B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77885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AA007-8DA2-A3F8-6FD4-4C9278BBB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BEA442-5493-4E2C-5A36-195394F3FD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39A828-D8CE-DDDA-062F-B94A0CC3B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2D3DD5-4463-F9AD-20B5-19818C4C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9F74-923F-4DDD-B3BB-28E31A3A43AE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6EBAB2-62FB-47E3-0223-97626A27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226D3D-6521-3626-BB4A-6197B1EA5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CE6C-C4CE-4F07-BE71-3574BDE4C7B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84451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CBD24-7F17-3D74-EC27-86095302C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68F982-3049-955A-AD3F-93A21CC88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9C6B9A3-2EA2-C864-4F4B-9524FD18A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E97C8DC-25F4-DA9C-551E-102D84E32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3C4AA7C-7CD3-4A6F-88B2-30B8E946D9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1ECF9F1-3745-B9DC-9748-A29494BC4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9F74-923F-4DDD-B3BB-28E31A3A43AE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0DB7D61-657D-2F46-9DA9-D4AF48E1A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14A5D3D-AE97-A7B2-FD45-B34FA7550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CE6C-C4CE-4F07-BE71-3574BDE4C7B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7522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83F9CE-AF1B-968D-CEA5-DF5937953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DB81D49-C563-0F40-B0A3-C5F7DE97B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9F74-923F-4DDD-B3BB-28E31A3A43AE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4CE4DF5-4A76-58FB-D4A2-664FC521C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DAB086-1217-8D46-3E8F-6554D707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CE6C-C4CE-4F07-BE71-3574BDE4C7B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6422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4DDDB8-9B38-D09D-075A-DAA4B6FD4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9F74-923F-4DDD-B3BB-28E31A3A43AE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94C50C1-C630-DC72-E8CC-9C5952ADD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F8CBB4-A28B-FFA9-E003-64BB0B2B3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CE6C-C4CE-4F07-BE71-3574BDE4C7B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8491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A163DA-6FC7-6D0F-ACC0-192579782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73723A-D89F-2D50-6B28-835ADC821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CA334A-E9B4-9636-5E42-C42F5A1C7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D5D02E-6136-3E16-D20A-493CB2BAC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9F74-923F-4DDD-B3BB-28E31A3A43AE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3B8CEB-56E5-1BA1-BD46-4583CF111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EA2A36-3A28-AD28-46E6-D375D34FE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CE6C-C4CE-4F07-BE71-3574BDE4C7B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895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66B195-9C6E-24BA-ED28-EB71DBA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3768F74-2C39-8965-5DD3-8A38E5FEE7A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795DD6-9682-EBBA-278D-72016ED97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4A3C70D-FAE0-101C-AF46-2DA67F6F5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9F74-923F-4DDD-B3BB-28E31A3A43AE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D3C6E8-A2CC-B690-37E9-F28617BB0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CE8030-F909-0A78-2634-B558A0A3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CE6C-C4CE-4F07-BE71-3574BDE4C7B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2085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CB9786-407B-E1A3-F7E8-8EEB17684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C5F3DD5-BCA9-1C67-563C-B5FEE03C6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EFA757-44B5-442B-AA36-BEF333E98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9F74-923F-4DDD-B3BB-28E31A3A43AE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14AC88-22F0-F17C-60EE-A4D8DB825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9BCF58-0B59-7A12-D8FE-A4F093E9B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CE6C-C4CE-4F07-BE71-3574BDE4C7B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54897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B746E8A-8346-CDE3-F7A8-9229067900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947BA1-EE5F-BD5E-C189-0CFCCA12A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0ED37D-A7E2-D915-2EEA-683B0E304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89F74-923F-4DDD-B3BB-28E31A3A43AE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48F7DF-76A0-0662-59F5-04086315F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42CA91-A6A4-FC78-4053-F925AE516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CCE6C-C4CE-4F07-BE71-3574BDE4C7B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3000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2D5007-BB95-8D1B-DA58-F6334A014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C4067C-89DE-4673-ED71-0AB40402B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B3FA3A-AA31-BB56-5C46-7AA1F761C6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89F74-923F-4DDD-B3BB-28E31A3A43AE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414C95-D251-1FCF-5C72-294355794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447E90-FDBE-C3B0-DC0A-635B41CD3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CCE6C-C4CE-4F07-BE71-3574BDE4C7B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30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EF100-3690-F491-9C03-8EE633299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4465"/>
            <a:ext cx="9144000" cy="1700980"/>
          </a:xfrm>
        </p:spPr>
        <p:txBody>
          <a:bodyPr>
            <a:normAutofit/>
          </a:bodyPr>
          <a:lstStyle/>
          <a:p>
            <a:r>
              <a:rPr lang="es-CL" sz="5400" b="1" dirty="0">
                <a:solidFill>
                  <a:schemeClr val="accent1">
                    <a:lumMod val="50000"/>
                  </a:schemeClr>
                </a:solidFill>
              </a:rPr>
              <a:t>PÁGINA WEB – CENTRO MÉDICO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DD84DFF-AE41-50F8-EC62-4167D7527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9698"/>
              </p:ext>
            </p:extLst>
          </p:nvPr>
        </p:nvGraphicFramePr>
        <p:xfrm>
          <a:off x="1268361" y="2233613"/>
          <a:ext cx="8357420" cy="28496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24411">
                  <a:extLst>
                    <a:ext uri="{9D8B030D-6E8A-4147-A177-3AD203B41FA5}">
                      <a16:colId xmlns:a16="http://schemas.microsoft.com/office/drawing/2014/main" val="1469271905"/>
                    </a:ext>
                  </a:extLst>
                </a:gridCol>
                <a:gridCol w="2128694">
                  <a:extLst>
                    <a:ext uri="{9D8B030D-6E8A-4147-A177-3AD203B41FA5}">
                      <a16:colId xmlns:a16="http://schemas.microsoft.com/office/drawing/2014/main" val="4291188350"/>
                    </a:ext>
                  </a:extLst>
                </a:gridCol>
                <a:gridCol w="2089354">
                  <a:extLst>
                    <a:ext uri="{9D8B030D-6E8A-4147-A177-3AD203B41FA5}">
                      <a16:colId xmlns:a16="http://schemas.microsoft.com/office/drawing/2014/main" val="2951153848"/>
                    </a:ext>
                  </a:extLst>
                </a:gridCol>
                <a:gridCol w="1614961">
                  <a:extLst>
                    <a:ext uri="{9D8B030D-6E8A-4147-A177-3AD203B41FA5}">
                      <a16:colId xmlns:a16="http://schemas.microsoft.com/office/drawing/2014/main" val="4243979953"/>
                    </a:ext>
                  </a:extLst>
                </a:gridCol>
              </a:tblGrid>
              <a:tr h="10210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1" u="none" strike="noStrike" dirty="0">
                          <a:effectLst/>
                        </a:rPr>
                        <a:t>CENTRO MÉDICO - HORARIOS DE ATENCIÓN</a:t>
                      </a:r>
                      <a:endParaRPr lang="es-CL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4355622"/>
                  </a:ext>
                </a:extLst>
              </a:tr>
              <a:tr h="3657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 dirty="0">
                          <a:effectLst/>
                        </a:rPr>
                        <a:t>ESPECIALIDAD</a:t>
                      </a:r>
                      <a:endParaRPr lang="es-C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MÉDICOS 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DÍAS DISPONIBLES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HORAS DISPONIBLES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83004735"/>
                  </a:ext>
                </a:extLst>
              </a:tr>
              <a:tr h="3657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MÉDICINA GENERAL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ANA LOPÉZ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VIERNES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08:00 A 12:00 Y 14:00 A 17:00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233075"/>
                  </a:ext>
                </a:extLst>
              </a:tr>
              <a:tr h="3657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PEDIATRA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JUAN SOTO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MARTES Y JUEVES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10:00 A 13:00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89465090"/>
                  </a:ext>
                </a:extLst>
              </a:tr>
              <a:tr h="3657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TRAUMATOLOGIA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CARLOS PÉREZ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MIÉRCOLES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10:00 A 13:00 Y 15:00 A 16:00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80178404"/>
                  </a:ext>
                </a:extLst>
              </a:tr>
              <a:tr h="3657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GINECOLOGÍA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MARÍA DÍAS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LUNES Y VIERNES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 dirty="0">
                          <a:effectLst/>
                        </a:rPr>
                        <a:t>12:00 A 15:00</a:t>
                      </a:r>
                      <a:endParaRPr lang="es-C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49780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0783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</Words>
  <Application>Microsoft Office PowerPoint</Application>
  <PresentationFormat>Panorámica</PresentationFormat>
  <Paragraphs>22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Aptos Narrow</vt:lpstr>
      <vt:lpstr>Arial</vt:lpstr>
      <vt:lpstr>Tema de Office</vt:lpstr>
      <vt:lpstr>PÁGINA WEB – CENTRO MÉDICO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ROMINA ALEJANDRA VALENZUELA ZUNIGA</dc:creator>
  <cp:lastModifiedBy>ROMINA ALEJANDRA VALENZUELA ZUNIGA</cp:lastModifiedBy>
  <cp:revision>1</cp:revision>
  <dcterms:created xsi:type="dcterms:W3CDTF">2026-10-05T22:54:37Z</dcterms:created>
  <dcterms:modified xsi:type="dcterms:W3CDTF">2026-10-05T23:00:14Z</dcterms:modified>
</cp:coreProperties>
</file>